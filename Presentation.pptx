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3" r:id="rId7"/>
    <p:sldId id="267" r:id="rId8"/>
    <p:sldId id="268" r:id="rId9"/>
    <p:sldId id="269" r:id="rId10"/>
    <p:sldId id="270" r:id="rId11"/>
    <p:sldId id="264" r:id="rId12"/>
    <p:sldId id="265" r:id="rId13"/>
    <p:sldId id="260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48"/>
  </p:normalViewPr>
  <p:slideViewPr>
    <p:cSldViewPr snapToGrid="0" snapToObjects="1">
      <p:cViewPr varScale="1">
        <p:scale>
          <a:sx n="90" d="100"/>
          <a:sy n="90" d="100"/>
        </p:scale>
        <p:origin x="232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8CE41C-F160-A947-B897-D607CE6D9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55D3DFD-F5EB-6B46-A904-EA0283C15F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7C3424-EA47-4E40-B000-970C4ACDC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3B3E-4DE5-934E-AAF8-4D6E98A6CFD1}" type="datetimeFigureOut">
              <a:rPr lang="ru-RU" smtClean="0"/>
              <a:t>19.03.2021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3E7FCD-1494-F442-98E6-F1DDEB5D2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A08C3E-D65B-D649-8CCF-40450AFBD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F5E5-BD28-044A-8DA2-E184F9244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3230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9EF73-326C-8040-BB98-FC455BFA9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9BC411-BCB2-554A-97F7-173A55C34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EFD7B8-7F43-D740-9C4A-5FE519B72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3B3E-4DE5-934E-AAF8-4D6E98A6CFD1}" type="datetimeFigureOut">
              <a:rPr lang="ru-RU" smtClean="0"/>
              <a:t>19.03.2021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38D66F-C780-9547-892E-6629DAF8A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F7A342-0C5F-B946-B0A3-E4C9662AE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F5E5-BD28-044A-8DA2-E184F9244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2674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521046-8151-784E-BA01-A6C7B6581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57752D4-0544-2240-A47D-E359310C9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629126-F359-094B-AFB7-8CF5543AF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3B3E-4DE5-934E-AAF8-4D6E98A6CFD1}" type="datetimeFigureOut">
              <a:rPr lang="ru-RU" smtClean="0"/>
              <a:t>19.03.2021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DE8215-432B-424B-BCA7-2F125A63A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BBEE63-B741-3C4C-8205-3490B8C19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F5E5-BD28-044A-8DA2-E184F9244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7118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45C44A-FF5B-0A40-B087-D02544A84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1CC4E5-D3D1-B94D-8011-17E55667DE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5D35843-32CC-DD4A-AA7A-D8B7C6648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5BD865D-3B25-2744-A1DC-CFF1F6446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3B3E-4DE5-934E-AAF8-4D6E98A6CFD1}" type="datetimeFigureOut">
              <a:rPr lang="ru-RU" smtClean="0"/>
              <a:t>19.03.2021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E73805-E291-3541-B49E-5A6C0978D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B167066-237D-2A4F-AA77-2AA8BF344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F5E5-BD28-044A-8DA2-E184F9244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8765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14FB80-59F1-074E-BBE7-EC1D630BD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D593890-A110-4541-B756-79C5147C9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554F057-6CA2-EF40-B448-B34F4AF52E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B9D8200-492F-E84A-B838-6169E5CF60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986A3B0-DA76-7A4A-94C0-EA28FA4C7B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4B82370-509E-5D48-B72C-5B42F69A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3B3E-4DE5-934E-AAF8-4D6E98A6CFD1}" type="datetimeFigureOut">
              <a:rPr lang="ru-RU" smtClean="0"/>
              <a:t>19.03.2021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3F9CA05-1E94-014A-AC18-EE256BC8F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E552BEF-9A5E-574A-978B-D1CBDF98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F5E5-BD28-044A-8DA2-E184F9244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976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C7F8A6-6704-D143-98E3-C9C93885C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764F87C-5AE4-0F4B-9014-227883DAD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3B3E-4DE5-934E-AAF8-4D6E98A6CFD1}" type="datetimeFigureOut">
              <a:rPr lang="ru-RU" smtClean="0"/>
              <a:t>19.03.2021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1089E94-B0BF-A945-9EA4-A7DBF2BDC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AB36A7C-13D8-8246-A2CF-B6766D362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F5E5-BD28-044A-8DA2-E184F9244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7418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E1190E5-8879-A242-B086-8F89C17E8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3B3E-4DE5-934E-AAF8-4D6E98A6CFD1}" type="datetimeFigureOut">
              <a:rPr lang="ru-RU" smtClean="0"/>
              <a:t>19.03.2021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8596C39-580A-8945-9018-4440C56A5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33EB6AF-88CC-DF44-AE9B-7DE85AB04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F5E5-BD28-044A-8DA2-E184F9244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9221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CD9835-CB40-F14D-AD24-D4E9B1CB0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F6FC80-B24E-B642-835A-E65DD619B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2CF9CD0-8BEE-4F49-932B-D42AB04AD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8306BED-49CF-694A-A516-66E3707B4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3B3E-4DE5-934E-AAF8-4D6E98A6CFD1}" type="datetimeFigureOut">
              <a:rPr lang="ru-RU" smtClean="0"/>
              <a:t>19.03.2021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853756B-0447-4843-B2BD-3B6231DFA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CCDD0E5-86FF-DB45-B24F-399CC880E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F5E5-BD28-044A-8DA2-E184F9244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5433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A6FCAF-0C7C-4749-9AF8-4C315831E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2BCB9F8-E72D-DC4D-BD71-7DFAD46653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F4E5EA0-ABF1-4042-8EED-5ADFD2156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101524D-AA4E-5843-96CC-BF9613186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3B3E-4DE5-934E-AAF8-4D6E98A6CFD1}" type="datetimeFigureOut">
              <a:rPr lang="ru-RU" smtClean="0"/>
              <a:t>19.03.2021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8F27B2B-BFAD-9F4D-8A32-1A163953B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6620D8E-3163-8640-8820-E3A28AE40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F5E5-BD28-044A-8DA2-E184F9244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6989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287CC7-62FE-C54B-B612-E39D2C1A1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968F350-B4FA-6C46-BB30-C13C5C811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A6D367-8DBC-7B4A-8E96-FDED0182B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3B3E-4DE5-934E-AAF8-4D6E98A6CFD1}" type="datetimeFigureOut">
              <a:rPr lang="ru-RU" smtClean="0"/>
              <a:t>19.03.2021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9EEDD0-B4E6-704E-B9AB-D6544333F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A5ECB9-17FF-9C48-8FEC-CE77193C9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F5E5-BD28-044A-8DA2-E184F9244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9581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9BAA21B-4D51-D240-A1B6-B1A4E4E3B9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69CAF46-B9CF-FE44-A023-1C886F2ECC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DFA460-8D63-2743-87C7-45D8F42DB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3B3E-4DE5-934E-AAF8-4D6E98A6CFD1}" type="datetimeFigureOut">
              <a:rPr lang="ru-RU" smtClean="0"/>
              <a:t>19.03.2021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04ABE5-197F-854A-B3DB-D5D866BF2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C55D95-A0F6-3A45-B963-887403A08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F5E5-BD28-044A-8DA2-E184F9244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7595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0BF315-2EFE-024A-89C2-F1AFDFB44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CB0BD55-0DC9-D145-8154-7E3D17890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18701A-BD20-F34F-8D3A-6A48B8AA25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73B3E-4DE5-934E-AAF8-4D6E98A6CFD1}" type="datetimeFigureOut">
              <a:rPr lang="ru-RU" smtClean="0"/>
              <a:t>19.03.2021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DD9A43-62DA-1649-88E2-165D3AC87F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51BE92-2ECF-954B-9349-20EDC4B533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0F5E5-BD28-044A-8DA2-E184F9244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8257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jsonapi.org/implementations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andr.ivas12/rest-%D0%BF%D1%80%D0%BE%D1%81%D1%82%D1%8B%D0%BC-%D1%8F%D0%B7%D1%8B%D0%BA%D0%BE%D0%BC-90a0bca0bc78" TargetMode="External"/><Relationship Id="rId2" Type="http://schemas.openxmlformats.org/officeDocument/2006/relationships/hyperlink" Target="https://www.ics.uci.edu/~fielding/pubs/dissertation/top.ht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u.wikipedia.org/wiki/REST#cite_note-autogenerated1-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E9EF00C-2E0C-CB46-A8DF-C41E5D028A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/>
          <a:lstStyle/>
          <a:p>
            <a:r>
              <a:rPr lang="en-GB" dirty="0"/>
              <a:t>JSON</a:t>
            </a:r>
            <a:r>
              <a:rPr lang="ru-RU" dirty="0"/>
              <a:t> </a:t>
            </a:r>
            <a:r>
              <a:rPr lang="en-GB" dirty="0"/>
              <a:t>API</a:t>
            </a:r>
            <a:r>
              <a:rPr lang="ru-RU" dirty="0"/>
              <a:t> </a:t>
            </a:r>
          </a:p>
          <a:p>
            <a:r>
              <a:rPr lang="ru-RU" dirty="0"/>
              <a:t>Как бороться с велосипедными сараями?</a:t>
            </a:r>
          </a:p>
        </p:txBody>
      </p:sp>
    </p:spTree>
    <p:extLst>
      <p:ext uri="{BB962C8B-B14F-4D97-AF65-F5344CB8AC3E}">
        <p14:creationId xmlns:p14="http://schemas.microsoft.com/office/powerpoint/2010/main" val="2706373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8E6FDCEC-3DF3-3149-B935-0A1D8DC54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dirty="0"/>
              <a:t>План презентации:</a:t>
            </a:r>
          </a:p>
          <a:p>
            <a:r>
              <a:rPr lang="ru-RU" sz="2600" dirty="0"/>
              <a:t>Что такое </a:t>
            </a:r>
            <a:r>
              <a:rPr lang="en-GB" sz="2600" dirty="0"/>
              <a:t>REST</a:t>
            </a:r>
          </a:p>
          <a:p>
            <a:r>
              <a:rPr lang="ru-RU" sz="2600" dirty="0"/>
              <a:t>Что такое </a:t>
            </a:r>
            <a:r>
              <a:rPr lang="en-GB" sz="2600" dirty="0"/>
              <a:t>JSON</a:t>
            </a:r>
            <a:r>
              <a:rPr lang="ru-RU" sz="2600" dirty="0"/>
              <a:t> </a:t>
            </a:r>
            <a:r>
              <a:rPr lang="en-GB" sz="2600" dirty="0"/>
              <a:t>API</a:t>
            </a:r>
          </a:p>
          <a:p>
            <a:r>
              <a:rPr lang="ru-RU" sz="2600" dirty="0" err="1"/>
              <a:t>Демо</a:t>
            </a:r>
            <a:endParaRPr lang="ru-RU" sz="2600" dirty="0"/>
          </a:p>
          <a:p>
            <a:r>
              <a:rPr lang="ru-RU" sz="2600" dirty="0"/>
              <a:t>Вопросы</a:t>
            </a:r>
          </a:p>
          <a:p>
            <a:r>
              <a:rPr lang="ru-RU" sz="2600" dirty="0"/>
              <a:t>Ссылки на ресурсы</a:t>
            </a:r>
          </a:p>
        </p:txBody>
      </p:sp>
    </p:spTree>
    <p:extLst>
      <p:ext uri="{BB962C8B-B14F-4D97-AF65-F5344CB8AC3E}">
        <p14:creationId xmlns:p14="http://schemas.microsoft.com/office/powerpoint/2010/main" val="1638631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11BF03E6-A1DD-924A-A72A-474D0DBAF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600" dirty="0"/>
              <a:t>REST (</a:t>
            </a:r>
            <a:r>
              <a:rPr lang="en-GB" sz="2600" dirty="0" err="1"/>
              <a:t>REpresentational</a:t>
            </a:r>
            <a:r>
              <a:rPr lang="en-GB" sz="2600" dirty="0"/>
              <a:t> State Transfer) </a:t>
            </a:r>
          </a:p>
          <a:p>
            <a:pPr marL="0" indent="0">
              <a:buNone/>
            </a:pPr>
            <a:r>
              <a:rPr lang="ru-RU" sz="2600" dirty="0"/>
              <a:t>Архитектурный стиль взаимодействия компонентов распределённого приложения в сети</a:t>
            </a:r>
            <a:r>
              <a:rPr lang="en-GB" sz="2600" dirty="0"/>
              <a:t>.</a:t>
            </a:r>
          </a:p>
          <a:p>
            <a:pPr marL="0" indent="0">
              <a:buNone/>
            </a:pPr>
            <a:endParaRPr lang="en-GB" sz="2600" dirty="0"/>
          </a:p>
          <a:p>
            <a:pPr marL="0" indent="0">
              <a:buNone/>
            </a:pPr>
            <a:r>
              <a:rPr lang="ru-RU" sz="2600" dirty="0"/>
              <a:t>Термин был введён Роем Филдингом , в 2000 году, в своей диссертации «Архитектурные стили и дизайн сетевых программных архитектур».</a:t>
            </a:r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2098803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40C17EC6-CE90-E240-93CC-8059EC363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Чтобы распределенная система считалась </a:t>
            </a:r>
            <a:r>
              <a:rPr lang="en-GB" dirty="0"/>
              <a:t>Restful, </a:t>
            </a:r>
            <a:r>
              <a:rPr lang="ru-RU" dirty="0"/>
              <a:t>необходимо, чтобы она удовлетворяла следующим критериям:</a:t>
            </a:r>
          </a:p>
          <a:p>
            <a:r>
              <a:rPr lang="en-GB" b="1" dirty="0"/>
              <a:t>Client-Server.</a:t>
            </a:r>
            <a:r>
              <a:rPr lang="en-GB" dirty="0"/>
              <a:t> </a:t>
            </a:r>
            <a:r>
              <a:rPr lang="ru-RU" dirty="0"/>
              <a:t> Клиент-Серверная модель взаимодействия</a:t>
            </a:r>
          </a:p>
          <a:p>
            <a:r>
              <a:rPr lang="en-GB" b="1" dirty="0"/>
              <a:t>Stateless</a:t>
            </a:r>
            <a:r>
              <a:rPr lang="ru-RU" b="1" dirty="0"/>
              <a:t> </a:t>
            </a:r>
            <a:r>
              <a:rPr lang="ru-RU" dirty="0"/>
              <a:t>В запросе храниться вся необходимая информация для обработки запроса, сервер не хранит состояния</a:t>
            </a:r>
            <a:endParaRPr lang="ru-RU" b="1" dirty="0"/>
          </a:p>
          <a:p>
            <a:r>
              <a:rPr lang="en-GB" b="1" dirty="0"/>
              <a:t>Cache</a:t>
            </a:r>
            <a:r>
              <a:rPr lang="ru-RU" b="1" dirty="0"/>
              <a:t> </a:t>
            </a:r>
            <a:r>
              <a:rPr lang="ru-RU" dirty="0"/>
              <a:t>Каждый ответ должен быть отмечен является ли он кэшируемым или нет</a:t>
            </a:r>
            <a:endParaRPr lang="ru-RU" b="1" dirty="0"/>
          </a:p>
          <a:p>
            <a:r>
              <a:rPr lang="en-GB" b="1" dirty="0"/>
              <a:t>Uniform Interface</a:t>
            </a:r>
            <a:r>
              <a:rPr lang="ru-RU" b="1" dirty="0"/>
              <a:t> </a:t>
            </a:r>
            <a:r>
              <a:rPr lang="ru-RU" dirty="0"/>
              <a:t>Единый интерфейс определяет интерфейс между клиентами и серверами</a:t>
            </a:r>
            <a:endParaRPr lang="ru-RU" b="1" dirty="0"/>
          </a:p>
          <a:p>
            <a:r>
              <a:rPr lang="en-GB" b="1" dirty="0"/>
              <a:t>Layered System</a:t>
            </a:r>
            <a:r>
              <a:rPr lang="ru-RU" dirty="0"/>
              <a:t>. В </a:t>
            </a:r>
            <a:r>
              <a:rPr lang="en-GB" dirty="0"/>
              <a:t>REST </a:t>
            </a:r>
            <a:r>
              <a:rPr lang="ru-RU" dirty="0"/>
              <a:t>допускается разделить систему на иерархию слоев, каждый компонент может видеть компоненты только непосредственно следующего слоя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1484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8F4BA3FF-17F4-9B44-BB32-7223024E0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dirty="0"/>
              <a:t>Вопросы</a:t>
            </a:r>
            <a:r>
              <a:rPr lang="en-GB" sz="2600" dirty="0"/>
              <a:t> </a:t>
            </a:r>
            <a:r>
              <a:rPr lang="ru-RU" sz="2600" dirty="0"/>
              <a:t>на которые не отвечает </a:t>
            </a:r>
            <a:r>
              <a:rPr lang="en-GB" sz="2600" dirty="0"/>
              <a:t>REST</a:t>
            </a:r>
            <a:r>
              <a:rPr lang="ru-RU" sz="2600" dirty="0"/>
              <a:t>:</a:t>
            </a:r>
          </a:p>
          <a:p>
            <a:r>
              <a:rPr lang="ru-RU" sz="2600" dirty="0"/>
              <a:t>Формат запросов/ответов</a:t>
            </a:r>
          </a:p>
          <a:p>
            <a:r>
              <a:rPr lang="ru-RU" sz="2600" dirty="0"/>
              <a:t>Структура запросов/ответов</a:t>
            </a:r>
            <a:endParaRPr lang="en-GB" sz="2600" dirty="0"/>
          </a:p>
          <a:p>
            <a:r>
              <a:rPr lang="ru-RU" sz="2600" dirty="0"/>
              <a:t>Коды ответов</a:t>
            </a:r>
          </a:p>
          <a:p>
            <a:r>
              <a:rPr lang="ru-RU" sz="2600" dirty="0"/>
              <a:t>Фильтрация, сортировка</a:t>
            </a:r>
          </a:p>
          <a:p>
            <a:r>
              <a:rPr lang="ru-RU" sz="2600" dirty="0"/>
              <a:t>Работа со связанными ресурсами</a:t>
            </a:r>
          </a:p>
          <a:p>
            <a:r>
              <a:rPr lang="ru-RU" sz="2600" dirty="0"/>
              <a:t>Как фильтровать данные</a:t>
            </a:r>
          </a:p>
          <a:p>
            <a:r>
              <a:rPr lang="ru-RU" sz="2600" dirty="0"/>
              <a:t>И т.д.</a:t>
            </a:r>
          </a:p>
        </p:txBody>
      </p:sp>
    </p:spTree>
    <p:extLst>
      <p:ext uri="{BB962C8B-B14F-4D97-AF65-F5344CB8AC3E}">
        <p14:creationId xmlns:p14="http://schemas.microsoft.com/office/powerpoint/2010/main" val="4124187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0E47342-EF59-D046-89C8-50C731895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600" dirty="0"/>
              <a:t>JSON</a:t>
            </a:r>
            <a:r>
              <a:rPr lang="ru-RU" sz="2600" dirty="0"/>
              <a:t> </a:t>
            </a:r>
            <a:r>
              <a:rPr lang="en-GB" sz="2600" dirty="0"/>
              <a:t>API</a:t>
            </a:r>
            <a:endParaRPr lang="ru-RU" sz="2600" dirty="0"/>
          </a:p>
          <a:p>
            <a:pPr marL="0" indent="0">
              <a:buNone/>
            </a:pPr>
            <a:r>
              <a:rPr lang="ru-RU" sz="2600" dirty="0"/>
              <a:t>Если в команде есть споры по формату </a:t>
            </a:r>
            <a:r>
              <a:rPr lang="en-GB" sz="2600" dirty="0"/>
              <a:t>JSON </a:t>
            </a:r>
            <a:r>
              <a:rPr lang="ru-RU" sz="2600" dirty="0"/>
              <a:t>запросов/ответов</a:t>
            </a:r>
            <a:r>
              <a:rPr lang="en-GB" sz="2600" dirty="0"/>
              <a:t>, JSON</a:t>
            </a:r>
            <a:r>
              <a:rPr lang="ru-RU" sz="2600" dirty="0"/>
              <a:t> </a:t>
            </a:r>
            <a:r>
              <a:rPr lang="en-GB" sz="2600" dirty="0"/>
              <a:t>API </a:t>
            </a:r>
            <a:r>
              <a:rPr lang="ru-RU" sz="2600" dirty="0"/>
              <a:t>решение для всей команды (борьба с велосипедными сараями</a:t>
            </a:r>
            <a:r>
              <a:rPr lang="en-GB" sz="2600" dirty="0"/>
              <a:t>)</a:t>
            </a:r>
            <a:endParaRPr lang="ru-RU" sz="2600" dirty="0"/>
          </a:p>
          <a:p>
            <a:pPr marL="0" indent="0">
              <a:buNone/>
            </a:pPr>
            <a:endParaRPr lang="ru-RU" sz="2600" dirty="0"/>
          </a:p>
          <a:p>
            <a:pPr marL="0" indent="0">
              <a:buNone/>
            </a:pPr>
            <a:r>
              <a:rPr lang="ru-RU" sz="2600" dirty="0"/>
              <a:t>На сайте </a:t>
            </a:r>
            <a:r>
              <a:rPr lang="en-GB" sz="2600" dirty="0">
                <a:hlinkClick r:id="rId2"/>
              </a:rPr>
              <a:t>http://jsonapi.org/implementations/</a:t>
            </a:r>
            <a:r>
              <a:rPr lang="en-GB" sz="2600" dirty="0"/>
              <a:t> </a:t>
            </a:r>
            <a:r>
              <a:rPr lang="ru-RU" sz="2600" dirty="0"/>
              <a:t>всё подробно описано: есть даже список 170 различных реализаций спецификаций для 32 языков программирования — и это только добавленные в каталог. </a:t>
            </a:r>
          </a:p>
        </p:txBody>
      </p:sp>
    </p:spTree>
    <p:extLst>
      <p:ext uri="{BB962C8B-B14F-4D97-AF65-F5344CB8AC3E}">
        <p14:creationId xmlns:p14="http://schemas.microsoft.com/office/powerpoint/2010/main" val="2981896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DDDB9C7-BD82-B941-8041-1FE4894A8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Контент тип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3F711DA-2281-A940-9467-EF9000500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069" y="681037"/>
            <a:ext cx="7104062" cy="513784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497CAE-78C1-F24E-A220-153A2569D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27300"/>
            <a:ext cx="2108200" cy="9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302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DDDB9C7-BD82-B941-8041-1FE4894A8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Структура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FCBAECF-E06D-F74E-9F1A-42A868113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992" y="340518"/>
            <a:ext cx="7198114" cy="617696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F3EE98-0F50-E341-94A2-41D836784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98" y="2441972"/>
            <a:ext cx="2476500" cy="260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414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DDDB9C7-BD82-B941-8041-1FE4894A8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Получение данных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A35F21B-8FD0-A743-B3D0-093D6EB91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16175"/>
            <a:ext cx="2590800" cy="2540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30D6011-4670-8345-8D21-B730EA329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266" y="3242468"/>
            <a:ext cx="6211635" cy="342741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4136DB4-D418-8540-ACBA-CA18BC611D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266" y="200251"/>
            <a:ext cx="6264233" cy="291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446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DDDB9C7-BD82-B941-8041-1FE4894A8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Работа с данными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21FC85C-41D8-D04D-B002-C6DFEF560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49513"/>
            <a:ext cx="3213100" cy="38735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6D99634-9188-0A42-827C-905032236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5302" y="-1"/>
            <a:ext cx="4611672" cy="338410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D2A8B48-1D9E-C34D-88A0-63CD6BE34A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5302" y="3308008"/>
            <a:ext cx="4611672" cy="35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632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E0DC31C-F6F6-B54C-9B1A-C58B69635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3141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600" dirty="0"/>
              <a:t>Плюсы: </a:t>
            </a:r>
            <a:endParaRPr lang="en-GB" sz="2600" dirty="0"/>
          </a:p>
          <a:p>
            <a:r>
              <a:rPr lang="ru-RU" sz="2400" dirty="0"/>
              <a:t>Общее соглашение для всех </a:t>
            </a:r>
            <a:endParaRPr lang="en-GB" sz="2400" dirty="0"/>
          </a:p>
          <a:p>
            <a:r>
              <a:rPr lang="ru-RU" sz="2400" dirty="0"/>
              <a:t>Уже написаны библиотеки, </a:t>
            </a:r>
            <a:r>
              <a:rPr lang="ru-RU" sz="2400" dirty="0" err="1"/>
              <a:t>парсеры</a:t>
            </a:r>
            <a:r>
              <a:rPr lang="ru-RU" sz="2400" dirty="0"/>
              <a:t>, </a:t>
            </a:r>
            <a:r>
              <a:rPr lang="ru-RU" sz="2400" dirty="0" err="1"/>
              <a:t>сериализаторы</a:t>
            </a:r>
            <a:r>
              <a:rPr lang="ru-RU" sz="2400" dirty="0"/>
              <a:t> и пр. </a:t>
            </a:r>
            <a:endParaRPr lang="en-GB" sz="2400" dirty="0"/>
          </a:p>
          <a:p>
            <a:r>
              <a:rPr lang="ru-RU" sz="2400" dirty="0"/>
              <a:t>Решены много </a:t>
            </a:r>
            <a:r>
              <a:rPr lang="ru-RU" sz="2400" dirty="0" err="1"/>
              <a:t>холиварных</a:t>
            </a:r>
            <a:r>
              <a:rPr lang="ru-RU" sz="2400" dirty="0"/>
              <a:t> вопросов (пагинация, формат запроса/ответа и т.д.)</a:t>
            </a:r>
          </a:p>
          <a:p>
            <a:endParaRPr lang="ru-RU" sz="2600" dirty="0"/>
          </a:p>
          <a:p>
            <a:pPr marL="0" indent="0">
              <a:buNone/>
            </a:pPr>
            <a:r>
              <a:rPr lang="ru-RU" sz="2600" dirty="0"/>
              <a:t>Минусы: </a:t>
            </a:r>
            <a:endParaRPr lang="en-GB" sz="2600" dirty="0"/>
          </a:p>
          <a:p>
            <a:r>
              <a:rPr lang="ru-RU" sz="2400" dirty="0"/>
              <a:t>Контроль вложенности — </a:t>
            </a:r>
            <a:r>
              <a:rPr lang="en-GB" sz="2400" dirty="0"/>
              <a:t>include </a:t>
            </a:r>
            <a:r>
              <a:rPr lang="ru-RU" sz="2400" dirty="0"/>
              <a:t>можно залезть очень далеко</a:t>
            </a:r>
            <a:endParaRPr lang="en-GB" sz="2400" dirty="0"/>
          </a:p>
          <a:p>
            <a:r>
              <a:rPr lang="ru-RU" sz="2400" dirty="0"/>
              <a:t>Сложность запросов к БД — они строятся иногда автоматически, и получаются очень тяжелыми</a:t>
            </a:r>
            <a:endParaRPr lang="en-GB" sz="2400" dirty="0"/>
          </a:p>
          <a:p>
            <a:r>
              <a:rPr lang="ru-RU" sz="2400" dirty="0"/>
              <a:t>Безопасность — можно залезть в дебри, особенно если подключить какую-то библиотеку</a:t>
            </a:r>
            <a:endParaRPr lang="en-GB" sz="2400" dirty="0"/>
          </a:p>
          <a:p>
            <a:r>
              <a:rPr lang="ru-RU" sz="2400" dirty="0"/>
              <a:t>Не все библиотеки реализуют спецификацию хорошо — это проблема </a:t>
            </a:r>
            <a:r>
              <a:rPr lang="en-GB" sz="2400" dirty="0"/>
              <a:t>Open Source</a:t>
            </a:r>
          </a:p>
          <a:p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2900579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FBAC02A-69D5-2542-BDA8-7B639EE86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b="1" dirty="0" err="1"/>
              <a:t>Демо</a:t>
            </a:r>
            <a:endParaRPr lang="en-GB" sz="2600" b="1" dirty="0"/>
          </a:p>
          <a:p>
            <a:pPr marL="0" indent="0">
              <a:buNone/>
            </a:pPr>
            <a:endParaRPr lang="ru-RU" sz="2600" dirty="0"/>
          </a:p>
          <a:p>
            <a:pPr marL="0" indent="0">
              <a:buNone/>
            </a:pPr>
            <a:r>
              <a:rPr lang="ru-RU" sz="2600" b="1" dirty="0"/>
              <a:t>Задача</a:t>
            </a:r>
          </a:p>
          <a:p>
            <a:pPr marL="0" indent="0">
              <a:buNone/>
            </a:pPr>
            <a:r>
              <a:rPr lang="en-GB" sz="2600" dirty="0"/>
              <a:t>CRUD </a:t>
            </a:r>
            <a:r>
              <a:rPr lang="ru-RU" sz="2600" dirty="0"/>
              <a:t>приложение</a:t>
            </a:r>
            <a:r>
              <a:rPr lang="en-GB" sz="2600" dirty="0"/>
              <a:t> </a:t>
            </a:r>
            <a:r>
              <a:rPr lang="ru-RU" sz="2600" dirty="0"/>
              <a:t>образовательных сущностей</a:t>
            </a:r>
          </a:p>
          <a:p>
            <a:pPr marL="0" indent="0">
              <a:buNone/>
            </a:pPr>
            <a:r>
              <a:rPr lang="en-GB" sz="2600" dirty="0"/>
              <a:t>REST + JSONAPI</a:t>
            </a:r>
            <a:endParaRPr lang="ru-RU" sz="2600" dirty="0"/>
          </a:p>
          <a:p>
            <a:pPr marL="0" indent="0">
              <a:buNone/>
            </a:pPr>
            <a:endParaRPr lang="ru-RU" sz="2600" dirty="0"/>
          </a:p>
          <a:p>
            <a:pPr marL="0" indent="0">
              <a:buNone/>
            </a:pPr>
            <a:r>
              <a:rPr lang="ru-RU" sz="2600" b="1" dirty="0"/>
              <a:t>Решение </a:t>
            </a:r>
          </a:p>
          <a:p>
            <a:pPr marL="0" indent="0">
              <a:buNone/>
            </a:pPr>
            <a:r>
              <a:rPr lang="en-GB" sz="2600" dirty="0"/>
              <a:t>Java + Spring Framework + Elide</a:t>
            </a:r>
            <a:endParaRPr lang="ru-RU" sz="2600" dirty="0"/>
          </a:p>
          <a:p>
            <a:pPr marL="0" indent="0">
              <a:buNone/>
            </a:pPr>
            <a:r>
              <a:rPr lang="en-GB" sz="2600" dirty="0"/>
              <a:t> </a:t>
            </a:r>
          </a:p>
          <a:p>
            <a:pPr marL="0" indent="0">
              <a:buNone/>
            </a:pPr>
            <a:endParaRPr lang="ru-RU" sz="2600" dirty="0"/>
          </a:p>
          <a:p>
            <a:pPr marL="0" indent="0">
              <a:buNone/>
            </a:pP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3100958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7412B4B-51C1-E440-BF3F-97B9D8EC1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ru-RU" sz="2600" dirty="0">
                <a:solidFill>
                  <a:prstClr val="black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Ресурсы:</a:t>
            </a:r>
            <a:endParaRPr lang="ru-RU" sz="26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GB" sz="26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https://habr.com/ru/company/oleg-bunin/blog/433322/</a:t>
            </a:r>
            <a:endParaRPr lang="ru-RU" sz="26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GB" sz="26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https://jsonapi.org/</a:t>
            </a:r>
            <a:endParaRPr lang="ru-RU" sz="26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GB" sz="26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https://www.ics.uci.edu/~fielding/pubs/dissertation/top.htm</a:t>
            </a:r>
            <a:endParaRPr lang="ru-RU" sz="2600" dirty="0"/>
          </a:p>
          <a:p>
            <a:r>
              <a:rPr lang="en-GB" sz="26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https://medium.com/@andr.ivas12/rest-%D0%BF%D1%80%D0%BE%D1%81%D1%82%D1%8B%D0%BC-%D1%8F%D0%B7%D1%8B%D0%BA%D0%BE%D0%BC-90a0bca0bc78</a:t>
            </a:r>
            <a:endParaRPr lang="ru-RU" sz="2600" dirty="0"/>
          </a:p>
          <a:p>
            <a:r>
              <a:rPr lang="en-GB" sz="26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https://ru.wikipedia.org/wiki/REST#cite_note-autogenerated1-3</a:t>
            </a:r>
            <a:endParaRPr lang="ru-RU" sz="2600" dirty="0"/>
          </a:p>
          <a:p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21988938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2942</TotalTime>
  <Words>441</Words>
  <Application>Microsoft Macintosh PowerPoint</Application>
  <PresentationFormat>Широкоэкранный</PresentationFormat>
  <Paragraphs>59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JSONAPI</dc:title>
  <dc:creator>Basiladze George</dc:creator>
  <cp:lastModifiedBy>Basiladze George</cp:lastModifiedBy>
  <cp:revision>21</cp:revision>
  <dcterms:created xsi:type="dcterms:W3CDTF">2021-03-13T14:40:01Z</dcterms:created>
  <dcterms:modified xsi:type="dcterms:W3CDTF">2021-03-19T14:58:10Z</dcterms:modified>
</cp:coreProperties>
</file>